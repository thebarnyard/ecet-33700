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56" r:id="rId2"/>
    <p:sldId id="353" r:id="rId3"/>
    <p:sldId id="357" r:id="rId4"/>
    <p:sldId id="332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</p:sldIdLst>
  <p:sldSz cx="9144000" cy="6858000" type="screen4x3"/>
  <p:notesSz cx="6950075" cy="9236075"/>
  <p:custDataLst>
    <p:tags r:id="rId1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folHlink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ECECE"/>
    <a:srgbClr val="C0C0C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0" autoAdjust="0"/>
    <p:restoredTop sz="90929"/>
  </p:normalViewPr>
  <p:slideViewPr>
    <p:cSldViewPr>
      <p:cViewPr varScale="1">
        <p:scale>
          <a:sx n="78" d="100"/>
          <a:sy n="78" d="100"/>
        </p:scale>
        <p:origin x="15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376" y="0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271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376" y="8774271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Arial" pitchFamily="34" charset="0"/>
              </a:defRPr>
            </a:lvl1pPr>
          </a:lstStyle>
          <a:p>
            <a:pPr>
              <a:defRPr/>
            </a:pPr>
            <a:fld id="{E559CCF4-4D8E-4D8B-B30D-413043648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7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t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8376" y="0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271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8376" y="8774271"/>
            <a:ext cx="3011699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65" tIns="0" rIns="19265" bIns="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1BC77DE-5E9C-4CEE-8B83-75C532D146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677" y="4387136"/>
            <a:ext cx="5096722" cy="415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4" tIns="46556" rIns="93114" bIns="465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6338" y="700088"/>
            <a:ext cx="4597400" cy="3448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681648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C77DE-5E9C-4CEE-8B83-75C532D146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29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C77DE-5E9C-4CEE-8B83-75C532D146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3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DACA5-5DB7-488D-B2AD-ED643B6C24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3200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  Purdue University                      ECET 227                       DC &amp; Pulse Electronics</a:t>
            </a:r>
            <a:endParaRPr lang="en-US" sz="1400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23F85-05E2-4961-8F6B-F535ED042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5B55E-017B-485E-9F65-95258280E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6764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764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03B0C-01AA-4AE9-9897-3A587874B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36D80-3B30-45AE-BA60-BE4873259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  Purdue University                          ECET 372                       Process Control Electronics</a:t>
            </a:r>
            <a:endParaRPr lang="en-US" sz="140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02275-4AAC-4A6C-883B-6ABB1C5426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E6F3C-B0F4-4EB6-B1CA-D61B0741FE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A8A67-E69D-48C5-902A-8616DE3ADB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5EFC5-DDC0-42A8-98B9-844988F85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1C858-62D0-4FDF-8C5B-4E96B8253A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955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341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F3F62-B368-433F-A1AA-7C56FEA48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800" i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/>
              <a:t> 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FC527B7-4371-4936-923A-FC7315359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77343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676400"/>
            <a:ext cx="7772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7391400" y="365125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fld id="{C54CEF17-B666-4FFA-B55C-89152C06621D}" type="slidenum">
              <a:rPr lang="en-US" i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i="0">
              <a:solidFill>
                <a:schemeClr val="tx1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u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4414"/>
            <a:ext cx="8229600" cy="424262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</a:rPr>
              <a:t>ECET 337  Continuous Systems and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14E4B-EBD9-4EBA-BFBF-BA1D95B45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818"/>
            <a:ext cx="3480219" cy="4230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ED04A-7D56-496C-AE7F-C5DB1DC92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929684"/>
            <a:ext cx="3772846" cy="2928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BF58B-69C2-4AED-A5C8-9AD54A565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310" y="581936"/>
            <a:ext cx="5510690" cy="3051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8C32CC-FF96-4014-8555-C44A0B6F0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309" y="3581400"/>
            <a:ext cx="5510690" cy="3301181"/>
          </a:xfrm>
          <a:prstGeom prst="rect">
            <a:avLst/>
          </a:prstGeom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53243"/>
            <a:ext cx="1939886" cy="4230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06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734300" cy="1066800"/>
          </a:xfrm>
        </p:spPr>
        <p:txBody>
          <a:bodyPr/>
          <a:lstStyle/>
          <a:p>
            <a:pPr algn="r"/>
            <a:r>
              <a:rPr lang="en-US" dirty="0"/>
              <a:t>Calendar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 University                      ECET 337                       Analog Signal Processing</a:t>
            </a:r>
            <a:endParaRPr lang="en-US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4557D-37DF-436E-8DA5-7AD4EE9D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" y="0"/>
            <a:ext cx="6192261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A15854-D972-4972-BB50-3B457E6B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941" y="3429001"/>
            <a:ext cx="572405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95400"/>
            <a:ext cx="8229600" cy="46482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800" dirty="0"/>
              <a:t>Prelab:   (at beginning of lab)  10%</a:t>
            </a:r>
          </a:p>
          <a:p>
            <a:r>
              <a:rPr lang="en-US" sz="2800" dirty="0"/>
              <a:t>Performance:  60%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         </a:t>
            </a:r>
            <a:r>
              <a:rPr lang="en-US" sz="1800" dirty="0"/>
              <a:t>B</a:t>
            </a:r>
            <a:r>
              <a:rPr lang="en-US" sz="2000" dirty="0"/>
              <a:t>e </a:t>
            </a:r>
            <a:r>
              <a:rPr lang="en-US" sz="2000" i="1" dirty="0"/>
              <a:t>sure</a:t>
            </a:r>
            <a:r>
              <a:rPr lang="en-US" sz="2000" dirty="0"/>
              <a:t> these are credited before you leave.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             Full  credit by end of </a:t>
            </a:r>
            <a:r>
              <a:rPr lang="en-US" sz="2000" i="1" dirty="0"/>
              <a:t>your</a:t>
            </a:r>
            <a:r>
              <a:rPr lang="en-US" sz="2000" dirty="0"/>
              <a:t> lab period.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	Half credit before next week’s lab.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              Get started on </a:t>
            </a:r>
            <a:r>
              <a:rPr lang="en-US" sz="2000" i="1" dirty="0"/>
              <a:t>next </a:t>
            </a:r>
            <a:r>
              <a:rPr lang="en-US" sz="2000" dirty="0"/>
              <a:t>week’s lab</a:t>
            </a:r>
            <a:r>
              <a:rPr lang="en-US" dirty="0"/>
              <a:t>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              MLK day shifts</a:t>
            </a:r>
          </a:p>
          <a:p>
            <a:r>
              <a:rPr lang="en-US" sz="2800" dirty="0"/>
              <a:t>Report:  30%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	</a:t>
            </a:r>
            <a:r>
              <a:rPr lang="en-US" sz="2000" dirty="0"/>
              <a:t>3 consecutive A or B (24-30) =&gt; </a:t>
            </a:r>
            <a:r>
              <a:rPr lang="en-US" sz="2000" b="1" i="1" dirty="0"/>
              <a:t>exempt</a:t>
            </a:r>
            <a:endParaRPr lang="en-US" sz="2000" dirty="0"/>
          </a:p>
          <a:p>
            <a:endParaRPr lang="en-US" sz="2800" dirty="0"/>
          </a:p>
          <a:p>
            <a:pPr marL="457200" lvl="1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 University                      ECET 337                       Continuous Systems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981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534697" y="-251715"/>
            <a:ext cx="5638800" cy="684847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 University                      ECET 337                       Analog Signal Processing</a:t>
            </a:r>
            <a:endParaRPr lang="en-US" sz="14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DF0FD-4E70-4945-A85D-586C4A78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1243"/>
            <a:ext cx="63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2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429000" y="76201"/>
            <a:ext cx="5638800" cy="670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Purdue University                      ECET 368                       Analog Integrated Circuits</a:t>
            </a:r>
            <a:r>
              <a:rPr lang="en-US" sz="1400">
                <a:latin typeface="+mn-lt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76200"/>
            <a:ext cx="630629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4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52400" y="47625"/>
            <a:ext cx="8915400" cy="66579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 University                  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35479"/>
          <a:stretch/>
        </p:blipFill>
        <p:spPr>
          <a:xfrm>
            <a:off x="152400" y="47625"/>
            <a:ext cx="49625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429000" y="1"/>
            <a:ext cx="5715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 University</a:t>
            </a:r>
            <a:endParaRPr lang="en-US" sz="14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40225-819D-4D0A-BCF6-626894EC6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9406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6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505200" y="1"/>
            <a:ext cx="56388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13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2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505200" y="1"/>
            <a:ext cx="56388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13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8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505200" y="1"/>
            <a:ext cx="56388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0"/>
            <a:ext cx="6233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9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505200" y="1"/>
            <a:ext cx="56388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Purdue</a:t>
            </a:r>
            <a:endParaRPr lang="en-US" sz="14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69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68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81117-086B-4603-ADDF-FFAD96BF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0"/>
            <a:ext cx="5865723" cy="51816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 bwMode="auto">
          <a:xfrm>
            <a:off x="247563" y="-1"/>
            <a:ext cx="5517379" cy="1024016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828800" y="4836446"/>
            <a:ext cx="2903806" cy="468055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24581" y="4403317"/>
            <a:ext cx="1524000" cy="925255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>
              <a:ln>
                <a:noFill/>
              </a:ln>
              <a:solidFill>
                <a:schemeClr val="folHlink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1946" y="65015"/>
            <a:ext cx="31933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Variate!!   </a:t>
            </a:r>
            <a:r>
              <a:rPr lang="en-US" u="sng" dirty="0"/>
              <a:t>NOT</a:t>
            </a:r>
            <a:r>
              <a:rPr lang="en-US" dirty="0"/>
              <a:t> manual.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0" dirty="0"/>
              <a:t>Link from </a:t>
            </a:r>
            <a:r>
              <a:rPr lang="en-US" dirty="0"/>
              <a:t>Brightspace </a:t>
            </a:r>
          </a:p>
          <a:p>
            <a:r>
              <a:rPr lang="en-US" dirty="0"/>
              <a:t>not Variate</a:t>
            </a:r>
          </a:p>
          <a:p>
            <a:endParaRPr lang="en-US" dirty="0"/>
          </a:p>
          <a:p>
            <a:r>
              <a:rPr lang="en-US" dirty="0"/>
              <a:t>Practice   =&gt;  Recorded</a:t>
            </a:r>
          </a:p>
          <a:p>
            <a:endParaRPr lang="en-US" dirty="0"/>
          </a:p>
          <a:p>
            <a:r>
              <a:rPr lang="en-US" dirty="0"/>
              <a:t>Units </a:t>
            </a:r>
            <a:r>
              <a:rPr lang="en-US" b="1" u="sng" dirty="0"/>
              <a:t>REQUIRED</a:t>
            </a:r>
          </a:p>
          <a:p>
            <a:r>
              <a:rPr lang="en-US" dirty="0"/>
              <a:t>Engineering notation</a:t>
            </a:r>
          </a:p>
          <a:p>
            <a:r>
              <a:rPr lang="en-US" dirty="0"/>
              <a:t>	preferred</a:t>
            </a:r>
          </a:p>
        </p:txBody>
      </p:sp>
    </p:spTree>
    <p:extLst>
      <p:ext uri="{BB962C8B-B14F-4D97-AF65-F5344CB8AC3E}">
        <p14:creationId xmlns:p14="http://schemas.microsoft.com/office/powerpoint/2010/main" val="3952405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455&quot;&gt;&lt;property id=&quot;20148&quot; value=&quot;5&quot;/&gt;&lt;property id=&quot;20300&quot; value=&quot;Slide 11 - &amp;quot;Assignments for Tuesday’s class&amp;quot;&quot;/&gt;&lt;property id=&quot;20307&quot; value=&quot;331&quot;/&gt;&lt;/object&gt;&lt;object type=&quot;3&quot; unique_id=&quot;10670&quot;&gt;&lt;property id=&quot;20148&quot; value=&quot;5&quot;/&gt;&lt;property id=&quot;20300&quot; value=&quot;Slide 1 - &amp;quot;Rectifiers&amp;quot;&quot;/&gt;&lt;property id=&quot;20307&quot; value=&quot;332&quot;/&gt;&lt;/object&gt;&lt;object type=&quot;3&quot; unique_id=&quot;11090&quot;&gt;&lt;property id=&quot;20148&quot; value=&quot;5&quot;/&gt;&lt;property id=&quot;20300&quot; value=&quot;Slide 2 - &amp;quot;Half-wave Rectifier&amp;quot;&quot;/&gt;&lt;property id=&quot;20307&quot; value=&quot;333&quot;/&gt;&lt;/object&gt;&lt;object type=&quot;3&quot; unique_id=&quot;11112&quot;&gt;&lt;property id=&quot;20148&quot; value=&quot;5&quot;/&gt;&lt;property id=&quot;20300&quot; value=&quot;Slide 3 - &amp;quot;Operation:  + half-cycle&amp;quot;&quot;/&gt;&lt;property id=&quot;20307&quot; value=&quot;336&quot;/&gt;&lt;/object&gt;&lt;object type=&quot;3&quot; unique_id=&quot;11113&quot;&gt;&lt;property id=&quot;20148&quot; value=&quot;5&quot;/&gt;&lt;property id=&quot;20300&quot; value=&quot;Slide 6 - &amp;quot;Half-wave:  - half cycle&amp;quot;&quot;/&gt;&lt;property id=&quot;20307&quot; value=&quot;335&quot;/&gt;&lt;/object&gt;&lt;object type=&quot;3&quot; unique_id=&quot;11130&quot;&gt;&lt;property id=&quot;20148&quot; value=&quot;5&quot;/&gt;&lt;property id=&quot;20300&quot; value=&quot;Slide 4 - &amp;quot;Average Value:               half sine&amp;quot;&quot;/&gt;&lt;property id=&quot;20307&quot; value=&quot;337&quot;/&gt;&lt;/object&gt;&lt;object type=&quot;3&quot; unique_id=&quot;11139&quot;&gt;&lt;property id=&quot;20148&quot; value=&quot;5&quot;/&gt;&lt;property id=&quot;20300&quot; value=&quot;Slide 5&quot;/&gt;&lt;property id=&quot;20307&quot; value=&quot;346&quot;/&gt;&lt;/object&gt;&lt;object type=&quot;3&quot; unique_id=&quot;11267&quot;&gt;&lt;property id=&quot;20148&quot; value=&quot;5&quot;/&gt;&lt;property id=&quot;20300&quot; value=&quot;Slide 7 - &amp;quot;Full-wave Center Tapped Rectifier&amp;quot;&quot;/&gt;&lt;property id=&quot;20307&quot; value=&quot;348&quot;/&gt;&lt;/object&gt;&lt;object type=&quot;3&quot; unique_id=&quot;11268&quot;&gt;&lt;property id=&quot;20148&quot; value=&quot;5&quot;/&gt;&lt;property id=&quot;20300&quot; value=&quot;Slide 8 - &amp;quot;Full-wave Bridge Rectifier&amp;quot;&quot;/&gt;&lt;property id=&quot;20307&quot; value=&quot;350&quot;/&gt;&lt;/object&gt;&lt;object type=&quot;3&quot; unique_id=&quot;11269&quot;&gt;&lt;property id=&quot;20148&quot; value=&quot;5&quot;/&gt;&lt;property id=&quot;20300&quot; value=&quot;Slide 9 - &amp;quot;Full-wave Bridge Rectifier&amp;quot;&quot;/&gt;&lt;property id=&quot;20307&quot; value=&quot;349&quot;/&gt;&lt;/object&gt;&lt;object type=&quot;3&quot; unique_id=&quot;11314&quot;&gt;&lt;property id=&quot;20148&quot; value=&quot;5&quot;/&gt;&lt;property id=&quot;20300&quot; value=&quot;Slide 10 - &amp;quot;Comparison Calculations&amp;#x0D;&amp;#x0A;vsec rms = 25.2 V     Rload = 47 W&amp;quot;&quot;/&gt;&lt;property id=&quot;20307&quot; value=&quot;35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sidebarb">
  <a:themeElements>
    <a:clrScheme name="Custom 3">
      <a:dk1>
        <a:srgbClr val="F6BF69"/>
      </a:dk1>
      <a:lt1>
        <a:srgbClr val="F0DB5F"/>
      </a:lt1>
      <a:dk2>
        <a:srgbClr val="001700"/>
      </a:dk2>
      <a:lt2>
        <a:srgbClr val="EAEC5E"/>
      </a:lt2>
      <a:accent1>
        <a:srgbClr val="919191"/>
      </a:accent1>
      <a:accent2>
        <a:srgbClr val="FC0128"/>
      </a:accent2>
      <a:accent3>
        <a:srgbClr val="AAABAA"/>
      </a:accent3>
      <a:accent4>
        <a:srgbClr val="CDBB50"/>
      </a:accent4>
      <a:accent5>
        <a:srgbClr val="C7C7C7"/>
      </a:accent5>
      <a:accent6>
        <a:srgbClr val="E40123"/>
      </a:accent6>
      <a:hlink>
        <a:srgbClr val="FC0128"/>
      </a:hlink>
      <a:folHlink>
        <a:srgbClr val="FFFFFF"/>
      </a:folHlink>
    </a:clrScheme>
    <a:fontScheme name="sidebarb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idebar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debar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debar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</TotalTime>
  <Pages>57</Pages>
  <Words>144</Words>
  <Application>Microsoft Office PowerPoint</Application>
  <PresentationFormat>On-screen Show (4:3)</PresentationFormat>
  <Paragraphs>38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sidebarb</vt:lpstr>
      <vt:lpstr>ECET 337  Continuous Systems and Design</vt:lpstr>
      <vt:lpstr>Calendar</vt:lpstr>
      <vt:lpstr>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Sinusoidal Waveforms</dc:title>
  <dc:creator>Authorized Gateway Customer</dc:creator>
  <cp:lastModifiedBy>James Michael Jacob</cp:lastModifiedBy>
  <cp:revision>279</cp:revision>
  <cp:lastPrinted>2011-12-26T19:46:53Z</cp:lastPrinted>
  <dcterms:created xsi:type="dcterms:W3CDTF">1996-05-14T13:22:24Z</dcterms:created>
  <dcterms:modified xsi:type="dcterms:W3CDTF">2025-11-22T15:32:21Z</dcterms:modified>
</cp:coreProperties>
</file>